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9071-2EA2-72E2-ADD3-53019385A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FC7B2-E1B2-F46E-4B6F-6CCA17E9A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8F372-3F8C-993B-A086-6B7CA44E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863C-634D-BE07-F951-2E242DE9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2AD3-658B-4EC7-CFC3-F1D1106B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4177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D74A-B3DC-CA4A-E3BC-B41BC13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585D-A171-C0D1-BFC4-F85BAA5B4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89AC7-81F2-8A5D-42C6-D48D9322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371D-77AF-2ED3-2DE6-933D9840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0397-C295-085B-D721-4ADF4881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1782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39DF-A20A-C253-4567-9A9CF951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74754-69EB-42F8-8955-6ACA8AA69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73992-4224-9215-E8F7-FC0686A6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57E2-59A4-D356-1423-37EE3924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FF626-240B-F86E-9029-D172A9E1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0624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551F-E44B-9247-DEED-342BD16A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BEB7-063C-8784-BB0D-4EF4C302B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E68D1-2DE5-94A7-3B2F-A3C04F84A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85E96-D64E-8F65-59C6-C5A4EAAA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18374-BFB0-8140-975B-04006932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DF89A-5AFD-ABE8-62E8-ADB17FD8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2140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743-3ADA-0A74-CA0C-AD6D4F67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04BA3-DDDB-6164-E039-F2B2922E8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C630D-A5F0-6218-531D-97433D438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A61C8-75ED-C795-480F-6B6AFD4C3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1D6D2-C94B-1FA9-C797-3DAE1FF1B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43C13-3508-393B-52E8-B93FE34C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3E003-6D0B-B37C-7FC1-53DA1807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C41B9-E805-F931-9C39-3B45A47B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9757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5D22-1FC3-35AB-6269-6097F2D8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20093-F0F5-8117-5350-69DDDF9FF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E310B-07A3-8DF8-8E13-21B62BEBD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3BA42-22CB-2007-87BB-7B04DEB6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7897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D0A77-F0D9-C671-DDB8-07E50D4A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9FF96-762B-6F42-2B42-EEFDAA0B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8DB56-E6A5-7EC6-5C58-726E87BC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3715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D767-2166-01AA-D661-0A235336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9F85-0068-32EB-129C-538362014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FEA78-CEE2-D981-0D9C-031806524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EAFA4-E6FA-3F56-0FF5-7E62AFD6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E266-E34B-42C1-F557-B92F2A85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72249-1514-E754-7DF7-CBBB18F7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822310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B997-AC95-F334-CE02-DBE5F184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A1765-E04D-1266-9314-4575A13A3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AFABD-94A2-5C11-30FB-64BD5600B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7F79C-CDFC-E2D2-569A-9AAEEC06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0BE50-6EB4-D7CB-67C4-E287D22F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766D2-6CD6-D2DA-6B4A-CB819B10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8107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AD28-B5F9-4804-12C7-DAF477E2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A9660-64CB-E6AC-CC9F-B9A7E7845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E4317-E531-10C7-A5B4-FC372F73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2F14-B841-1E80-D021-AD0D8390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6BF4-298F-50DA-810B-B8C7214E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867528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E6007-7FB3-D4F3-9D18-2E241BBC2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2E497-EE95-02CE-3662-3F08E09EE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A6834-DC45-C7FA-3643-8961C64F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012FF-6707-27C6-9EB9-52B63A46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7A9AD-93BD-420F-9789-4F6F470E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154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8B59D-C39A-B692-5C07-63A41529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8492-DA19-758A-D1A8-6901020C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5FC8D-A3FA-87C8-8B96-82064AB1F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CE990-9B87-471B-A95E-41132BBBD41B}" type="datetimeFigureOut">
              <a:rPr lang="nl-BE" smtClean="0"/>
              <a:t>3/01/2026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33A69-4707-93EA-0225-6090CEE31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EABCF-15AB-CC42-9784-30AC236A0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260A3-B292-4A3A-A9E2-EA7E4871057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930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5FA35-7BF9-15E6-E202-5DA11BD54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712" y="2108857"/>
            <a:ext cx="6858000" cy="1478195"/>
          </a:xfrm>
        </p:spPr>
        <p:txBody>
          <a:bodyPr>
            <a:normAutofit/>
          </a:bodyPr>
          <a:lstStyle/>
          <a:p>
            <a:r>
              <a:rPr lang="en-GB" dirty="0"/>
              <a:t>DevOps Project</a:t>
            </a:r>
            <a:br>
              <a:rPr lang="en-GB" dirty="0"/>
            </a:br>
            <a:r>
              <a:rPr lang="en-US" sz="2200" dirty="0"/>
              <a:t>Automated Game Server Deployment on AWS</a:t>
            </a:r>
            <a:br>
              <a:rPr lang="en-US" sz="2200" dirty="0"/>
            </a:br>
            <a:r>
              <a:rPr lang="en-US" sz="2200" dirty="0"/>
              <a:t>Using Docker, Ansible &amp; Jenkins</a:t>
            </a:r>
            <a:endParaRPr lang="nl-BE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07FCE-ED16-0094-A833-BDC6F4EC5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40" y="1418393"/>
            <a:ext cx="3716721" cy="360924"/>
          </a:xfrm>
        </p:spPr>
        <p:txBody>
          <a:bodyPr>
            <a:normAutofit/>
          </a:bodyPr>
          <a:lstStyle/>
          <a:p>
            <a:r>
              <a:rPr lang="en-GB" dirty="0"/>
              <a:t>The game breaker Group presents </a:t>
            </a:r>
            <a:endParaRPr lang="nl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EF932-C38E-572F-E226-F04BC47FB4BF}"/>
              </a:ext>
            </a:extLst>
          </p:cNvPr>
          <p:cNvSpPr txBox="1"/>
          <p:nvPr/>
        </p:nvSpPr>
        <p:spPr>
          <a:xfrm>
            <a:off x="5863139" y="3776471"/>
            <a:ext cx="171181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GB" sz="1400" dirty="0">
                <a:solidFill>
                  <a:prstClr val="black"/>
                </a:solidFill>
                <a:latin typeface="Aptos" panose="02110004020202020204"/>
              </a:rPr>
              <a:t>Members:</a:t>
            </a:r>
            <a:br>
              <a:rPr lang="en-GB" sz="1400" dirty="0">
                <a:solidFill>
                  <a:prstClr val="black"/>
                </a:solidFill>
                <a:latin typeface="Aptos" panose="02110004020202020204"/>
              </a:rPr>
            </a:br>
            <a:r>
              <a:rPr lang="en-GB" sz="1400" dirty="0">
                <a:solidFill>
                  <a:prstClr val="black"/>
                </a:solidFill>
                <a:latin typeface="Aptos" panose="02110004020202020204"/>
              </a:rPr>
              <a:t>	Abdirahim </a:t>
            </a:r>
          </a:p>
          <a:p>
            <a:pPr defTabSz="685800"/>
            <a:r>
              <a:rPr lang="en-GB" sz="1400" dirty="0">
                <a:solidFill>
                  <a:prstClr val="black"/>
                </a:solidFill>
                <a:latin typeface="Aptos" panose="02110004020202020204"/>
              </a:rPr>
              <a:t>	Kevin </a:t>
            </a:r>
          </a:p>
          <a:p>
            <a:pPr defTabSz="685800"/>
            <a:r>
              <a:rPr lang="en-GB" sz="1400" dirty="0">
                <a:solidFill>
                  <a:prstClr val="black"/>
                </a:solidFill>
                <a:latin typeface="Aptos" panose="02110004020202020204"/>
              </a:rPr>
              <a:t>	Nathan</a:t>
            </a:r>
          </a:p>
          <a:p>
            <a:pPr defTabSz="685800"/>
            <a:r>
              <a:rPr lang="en-GB" sz="1400" dirty="0">
                <a:solidFill>
                  <a:prstClr val="black"/>
                </a:solidFill>
                <a:latin typeface="Aptos" panose="02110004020202020204"/>
              </a:rPr>
              <a:t>	Sawa</a:t>
            </a:r>
            <a:endParaRPr lang="nl-BE" sz="1400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1708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/>
              <a:t>• Deploy a game server on AWS</a:t>
            </a:r>
          </a:p>
          <a:p>
            <a:pPr marL="0" indent="0">
              <a:buNone/>
            </a:pPr>
            <a:r>
              <a:rPr sz="2000" dirty="0"/>
              <a:t>• Use DevOps tools for automation</a:t>
            </a:r>
          </a:p>
          <a:p>
            <a:pPr marL="0" indent="0">
              <a:buNone/>
            </a:pPr>
            <a:r>
              <a:rPr sz="2000" dirty="0"/>
              <a:t>• Ensure scalability, reliability, and repeatability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GitHub → Jenkins → Docker → AWS ECR → Ansible → EC2</a:t>
            </a:r>
          </a:p>
          <a:p>
            <a:r>
              <a:rPr sz="2000" dirty="0"/>
              <a:t>Single source of truth and automated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Control –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/>
              <a:t>•</a:t>
            </a:r>
            <a:r>
              <a:rPr dirty="0"/>
              <a:t> </a:t>
            </a:r>
            <a:r>
              <a:rPr sz="2000" dirty="0"/>
              <a:t>Stores application code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dirty="0" err="1"/>
              <a:t>Dockerfile</a:t>
            </a:r>
            <a:r>
              <a:rPr sz="2000" dirty="0"/>
              <a:t>, </a:t>
            </a:r>
            <a:r>
              <a:rPr sz="2000" dirty="0" err="1"/>
              <a:t>Jenkinsfile</a:t>
            </a:r>
            <a:r>
              <a:rPr sz="2000" dirty="0"/>
              <a:t>, Ansible playbooks</a:t>
            </a:r>
          </a:p>
          <a:p>
            <a:pPr marL="0" indent="0">
              <a:buNone/>
            </a:pPr>
            <a:r>
              <a:rPr sz="2000" dirty="0"/>
              <a:t>• Triggers CI/CD pipeline on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EC2: Hosts the game server container</a:t>
            </a:r>
          </a:p>
          <a:p>
            <a:pPr marL="0" indent="0">
              <a:buNone/>
            </a:pPr>
            <a:r>
              <a:rPr sz="2000" dirty="0"/>
              <a:t>• EBS: Persistent game data</a:t>
            </a:r>
          </a:p>
          <a:p>
            <a:pPr marL="0" indent="0">
              <a:buNone/>
            </a:pPr>
            <a:r>
              <a:rPr sz="2000" dirty="0"/>
              <a:t>• Security Groups: Open required ports (e.g., 25565)</a:t>
            </a:r>
          </a:p>
          <a:p>
            <a:pPr marL="0" indent="0">
              <a:buNone/>
            </a:pPr>
            <a:r>
              <a:rPr sz="2000" dirty="0"/>
              <a:t>• Elastic IP: Stable public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&amp; Amazon ECR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Docker containerizes the game server</a:t>
            </a:r>
          </a:p>
          <a:p>
            <a:pPr marL="0" indent="0">
              <a:buNone/>
            </a:pPr>
            <a:r>
              <a:rPr sz="2000" dirty="0"/>
              <a:t>• Jenkins builds Docker image</a:t>
            </a:r>
          </a:p>
          <a:p>
            <a:pPr marL="0" indent="0">
              <a:buNone/>
            </a:pPr>
            <a:r>
              <a:rPr sz="2000" dirty="0"/>
              <a:t>• Image stored in Amazon ECR</a:t>
            </a:r>
          </a:p>
          <a:p>
            <a:pPr marL="0" indent="0">
              <a:buNone/>
            </a:pPr>
            <a:r>
              <a:rPr sz="2000" dirty="0"/>
              <a:t>• Ensures consistent runtime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Ansible – 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Installs Docker on EC2</a:t>
            </a:r>
          </a:p>
          <a:p>
            <a:pPr marL="0" indent="0">
              <a:buNone/>
            </a:pPr>
            <a:r>
              <a:rPr sz="2000" dirty="0"/>
              <a:t>• Pulls image from ECR</a:t>
            </a:r>
          </a:p>
          <a:p>
            <a:pPr marL="0" indent="0">
              <a:buNone/>
            </a:pPr>
            <a:r>
              <a:rPr sz="2000" dirty="0"/>
              <a:t>• Runs container with volumes &amp; ports</a:t>
            </a:r>
          </a:p>
          <a:p>
            <a:pPr marL="0" indent="0">
              <a:buNone/>
            </a:pPr>
            <a:r>
              <a:rPr sz="2000" dirty="0"/>
              <a:t>• Enables repeatable deployments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–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Build: Create Docker image</a:t>
            </a:r>
          </a:p>
          <a:p>
            <a:pPr marL="0" indent="0">
              <a:buNone/>
            </a:pPr>
            <a:r>
              <a:rPr sz="2000" dirty="0"/>
              <a:t>• Push: Upload image to ECR</a:t>
            </a:r>
          </a:p>
          <a:p>
            <a:pPr marL="0" indent="0">
              <a:buNone/>
            </a:pPr>
            <a:r>
              <a:rPr sz="2000" dirty="0"/>
              <a:t>• Deploy: Trigger Ansible playbook</a:t>
            </a:r>
          </a:p>
          <a:p>
            <a:pPr marL="0" indent="0">
              <a:buNone/>
            </a:pPr>
            <a:r>
              <a:rPr sz="2000" dirty="0"/>
              <a:t>• Fully automated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Developer pushes code to GitHub</a:t>
            </a:r>
          </a:p>
          <a:p>
            <a:r>
              <a:rPr sz="2000" dirty="0"/>
              <a:t>2. Jenkins builds &amp; pushes Docker image</a:t>
            </a:r>
          </a:p>
          <a:p>
            <a:r>
              <a:rPr sz="2000" dirty="0"/>
              <a:t>3. Ansible deploys to EC2</a:t>
            </a:r>
          </a:p>
          <a:p>
            <a:r>
              <a:rPr sz="2000" dirty="0"/>
              <a:t>4. Game server runs on AWS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S3 backups for world data</a:t>
            </a:r>
          </a:p>
          <a:p>
            <a:pPr marL="0" indent="0">
              <a:buNone/>
            </a:pPr>
            <a:r>
              <a:rPr sz="2000" dirty="0"/>
              <a:t>• Auto Scaling for multiple servers</a:t>
            </a:r>
          </a:p>
          <a:p>
            <a:pPr marL="0" indent="0">
              <a:buNone/>
            </a:pPr>
            <a:r>
              <a:rPr sz="2000" dirty="0"/>
              <a:t>• Monitoring with CloudWatch</a:t>
            </a:r>
          </a:p>
          <a:p>
            <a:pPr marL="0" indent="0">
              <a:buNone/>
            </a:pPr>
            <a:r>
              <a:rPr sz="2000" dirty="0"/>
              <a:t>• Multi-environment deployments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Demonstrates real-world DevOps practices</a:t>
            </a:r>
          </a:p>
          <a:p>
            <a:pPr marL="0" indent="0">
              <a:buNone/>
            </a:pPr>
            <a:r>
              <a:rPr sz="2000" dirty="0"/>
              <a:t>• Infrastructure as Code</a:t>
            </a:r>
          </a:p>
          <a:p>
            <a:pPr marL="0" indent="0">
              <a:buNone/>
            </a:pPr>
            <a:r>
              <a:rPr sz="2000" dirty="0"/>
              <a:t>• Automated, scalable, and reliable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285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1_Office Theme</vt:lpstr>
      <vt:lpstr>DevOps Project Automated Game Server Deployment on AWS Using Docker, Ansible &amp; Jenkins</vt:lpstr>
      <vt:lpstr>Project Objective</vt:lpstr>
      <vt:lpstr>Architecture Overview</vt:lpstr>
      <vt:lpstr>Source Control – GitHub</vt:lpstr>
      <vt:lpstr>AWS Infrastructure</vt:lpstr>
      <vt:lpstr>Docker &amp; Amazon ECR</vt:lpstr>
      <vt:lpstr>Ansible – Configuration Management</vt:lpstr>
      <vt:lpstr>Jenkins – CI/CD Pipeline</vt:lpstr>
      <vt:lpstr>Deployment Workflow</vt:lpstr>
      <vt:lpstr>Optional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Sawa Sawa Tsering</cp:lastModifiedBy>
  <cp:revision>2</cp:revision>
  <dcterms:created xsi:type="dcterms:W3CDTF">2013-01-27T09:14:16Z</dcterms:created>
  <dcterms:modified xsi:type="dcterms:W3CDTF">2026-01-03T11:07:34Z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2026-01-03T10:57:23Z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388731ad-691a-4039-acba-c86957aa35e3</vt:lpwstr>
  </property>
  <property fmtid="{D5CDD505-2E9C-101B-9397-08002B2CF9AE}" pid="8" name="MSIP_Label_c337be75-dfbb-4261-9834-ac247c7dde13_ContentBits">
    <vt:lpwstr>0</vt:lpwstr>
  </property>
  <property fmtid="{D5CDD505-2E9C-101B-9397-08002B2CF9AE}" pid="9" name="MSIP_Label_c337be75-dfbb-4261-9834-ac247c7dde13_Tag">
    <vt:lpwstr>10, 3, 0, 1</vt:lpwstr>
  </property>
</Properties>
</file>